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37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B73D1C-7986-0A4D-A2F1-20F37DAACA29}" v="44" dt="2026-03-31T20:04:34.4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l, Tyler" userId="750fef2d-875d-469d-bd75-f8fc6d5eb152" providerId="ADAL" clId="{43DC56ED-53C4-56AA-9CDC-DF6E2390B2CD}"/>
    <pc:docChg chg="custSel addSld delSld modSld">
      <pc:chgData name="Wall, Tyler" userId="750fef2d-875d-469d-bd75-f8fc6d5eb152" providerId="ADAL" clId="{43DC56ED-53C4-56AA-9CDC-DF6E2390B2CD}" dt="2026-03-31T20:06:13.047" v="29" actId="1076"/>
      <pc:docMkLst>
        <pc:docMk/>
      </pc:docMkLst>
      <pc:sldChg chg="delSp modSp mod">
        <pc:chgData name="Wall, Tyler" userId="750fef2d-875d-469d-bd75-f8fc6d5eb152" providerId="ADAL" clId="{43DC56ED-53C4-56AA-9CDC-DF6E2390B2CD}" dt="2026-03-31T20:04:45.688" v="28" actId="478"/>
        <pc:sldMkLst>
          <pc:docMk/>
          <pc:sldMk cId="0" sldId="256"/>
        </pc:sldMkLst>
        <pc:spChg chg="mod">
          <ac:chgData name="Wall, Tyler" userId="750fef2d-875d-469d-bd75-f8fc6d5eb152" providerId="ADAL" clId="{43DC56ED-53C4-56AA-9CDC-DF6E2390B2CD}" dt="2026-03-31T19:51:48.215" v="21" actId="205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Wall, Tyler" userId="750fef2d-875d-469d-bd75-f8fc6d5eb152" providerId="ADAL" clId="{43DC56ED-53C4-56AA-9CDC-DF6E2390B2CD}" dt="2026-03-31T20:04:45.688" v="28" actId="478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Wall, Tyler" userId="750fef2d-875d-469d-bd75-f8fc6d5eb152" providerId="ADAL" clId="{43DC56ED-53C4-56AA-9CDC-DF6E2390B2CD}" dt="2026-03-31T20:06:13.047" v="29" actId="1076"/>
        <pc:sldMkLst>
          <pc:docMk/>
          <pc:sldMk cId="0" sldId="257"/>
        </pc:sldMkLst>
        <pc:spChg chg="mod">
          <ac:chgData name="Wall, Tyler" userId="750fef2d-875d-469d-bd75-f8fc6d5eb152" providerId="ADAL" clId="{43DC56ED-53C4-56AA-9CDC-DF6E2390B2CD}" dt="2026-03-31T19:50:48.464" v="3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Wall, Tyler" userId="750fef2d-875d-469d-bd75-f8fc6d5eb152" providerId="ADAL" clId="{43DC56ED-53C4-56AA-9CDC-DF6E2390B2CD}" dt="2026-03-31T19:50:41.321" v="1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Wall, Tyler" userId="750fef2d-875d-469d-bd75-f8fc6d5eb152" providerId="ADAL" clId="{43DC56ED-53C4-56AA-9CDC-DF6E2390B2CD}" dt="2026-03-31T19:50:45.996" v="2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Wall, Tyler" userId="750fef2d-875d-469d-bd75-f8fc6d5eb152" providerId="ADAL" clId="{43DC56ED-53C4-56AA-9CDC-DF6E2390B2CD}" dt="2026-03-31T20:06:13.047" v="29" actId="1076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Wall, Tyler" userId="750fef2d-875d-469d-bd75-f8fc6d5eb152" providerId="ADAL" clId="{43DC56ED-53C4-56AA-9CDC-DF6E2390B2CD}" dt="2026-03-31T19:53:58.190" v="26" actId="1076"/>
        <pc:sldMkLst>
          <pc:docMk/>
          <pc:sldMk cId="0" sldId="258"/>
        </pc:sldMkLst>
        <pc:spChg chg="mod">
          <ac:chgData name="Wall, Tyler" userId="750fef2d-875d-469d-bd75-f8fc6d5eb152" providerId="ADAL" clId="{43DC56ED-53C4-56AA-9CDC-DF6E2390B2CD}" dt="2026-03-31T19:51:10.036" v="17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Wall, Tyler" userId="750fef2d-875d-469d-bd75-f8fc6d5eb152" providerId="ADAL" clId="{43DC56ED-53C4-56AA-9CDC-DF6E2390B2CD}" dt="2026-03-31T19:53:58.190" v="26" actId="1076"/>
          <ac:spMkLst>
            <pc:docMk/>
            <pc:sldMk cId="0" sldId="258"/>
            <ac:spMk id="9" creationId="{00000000-0000-0000-0000-000000000000}"/>
          </ac:spMkLst>
        </pc:spChg>
      </pc:sldChg>
      <pc:sldChg chg="del">
        <pc:chgData name="Wall, Tyler" userId="750fef2d-875d-469d-bd75-f8fc6d5eb152" providerId="ADAL" clId="{43DC56ED-53C4-56AA-9CDC-DF6E2390B2CD}" dt="2026-03-31T19:51:35.941" v="20" actId="2696"/>
        <pc:sldMkLst>
          <pc:docMk/>
          <pc:sldMk cId="0" sldId="260"/>
        </pc:sldMkLst>
      </pc:sldChg>
      <pc:sldChg chg="del">
        <pc:chgData name="Wall, Tyler" userId="750fef2d-875d-469d-bd75-f8fc6d5eb152" providerId="ADAL" clId="{43DC56ED-53C4-56AA-9CDC-DF6E2390B2CD}" dt="2026-03-31T19:51:35.941" v="20" actId="2696"/>
        <pc:sldMkLst>
          <pc:docMk/>
          <pc:sldMk cId="0" sldId="261"/>
        </pc:sldMkLst>
      </pc:sldChg>
      <pc:sldChg chg="del">
        <pc:chgData name="Wall, Tyler" userId="750fef2d-875d-469d-bd75-f8fc6d5eb152" providerId="ADAL" clId="{43DC56ED-53C4-56AA-9CDC-DF6E2390B2CD}" dt="2026-03-31T19:51:35.941" v="20" actId="2696"/>
        <pc:sldMkLst>
          <pc:docMk/>
          <pc:sldMk cId="0" sldId="262"/>
        </pc:sldMkLst>
      </pc:sldChg>
      <pc:sldChg chg="del">
        <pc:chgData name="Wall, Tyler" userId="750fef2d-875d-469d-bd75-f8fc6d5eb152" providerId="ADAL" clId="{43DC56ED-53C4-56AA-9CDC-DF6E2390B2CD}" dt="2026-03-31T19:51:35.941" v="20" actId="2696"/>
        <pc:sldMkLst>
          <pc:docMk/>
          <pc:sldMk cId="0" sldId="263"/>
        </pc:sldMkLst>
      </pc:sldChg>
      <pc:sldChg chg="del">
        <pc:chgData name="Wall, Tyler" userId="750fef2d-875d-469d-bd75-f8fc6d5eb152" providerId="ADAL" clId="{43DC56ED-53C4-56AA-9CDC-DF6E2390B2CD}" dt="2026-03-31T19:51:35.941" v="20" actId="2696"/>
        <pc:sldMkLst>
          <pc:docMk/>
          <pc:sldMk cId="0" sldId="264"/>
        </pc:sldMkLst>
      </pc:sldChg>
      <pc:sldChg chg="new del">
        <pc:chgData name="Wall, Tyler" userId="750fef2d-875d-469d-bd75-f8fc6d5eb152" providerId="ADAL" clId="{43DC56ED-53C4-56AA-9CDC-DF6E2390B2CD}" dt="2026-03-31T19:51:35.941" v="20" actId="2696"/>
        <pc:sldMkLst>
          <pc:docMk/>
          <pc:sldMk cId="2655760440" sldId="265"/>
        </pc:sldMkLst>
      </pc:sldChg>
      <pc:sldChg chg="new del">
        <pc:chgData name="Wall, Tyler" userId="750fef2d-875d-469d-bd75-f8fc6d5eb152" providerId="ADAL" clId="{43DC56ED-53C4-56AA-9CDC-DF6E2390B2CD}" dt="2026-03-31T19:51:35.941" v="20" actId="2696"/>
        <pc:sldMkLst>
          <pc:docMk/>
          <pc:sldMk cId="1033494659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548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670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71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8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69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646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50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6875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01210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03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88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8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8" r:id="rId1"/>
    <p:sldLayoutId id="2147484239" r:id="rId2"/>
    <p:sldLayoutId id="2147484240" r:id="rId3"/>
    <p:sldLayoutId id="2147484241" r:id="rId4"/>
    <p:sldLayoutId id="2147484242" r:id="rId5"/>
    <p:sldLayoutId id="2147484243" r:id="rId6"/>
    <p:sldLayoutId id="2147484244" r:id="rId7"/>
    <p:sldLayoutId id="2147484245" r:id="rId8"/>
    <p:sldLayoutId id="2147484246" r:id="rId9"/>
    <p:sldLayoutId id="2147484247" r:id="rId10"/>
    <p:sldLayoutId id="21474842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8A6FF"/>
                </a:solidFill>
              </a:defRPr>
            </a:pPr>
            <a:r>
              <a:t>Security Query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rPr dirty="0"/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5A5"/>
                </a:solidFill>
              </a:defRPr>
            </a:pPr>
            <a:r>
              <a:t>Warner Bros. Discovery – Security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</a:defRPr>
            </a:pPr>
            <a:r>
              <a:t>AWS Infrastructure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188720"/>
            <a:ext cx="237744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Security Analysts</a:t>
            </a:r>
          </a:p>
          <a:p>
            <a:pPr>
              <a:spcBef>
                <a:spcPts val="400"/>
              </a:spcBef>
              <a:defRPr sz="900" b="0">
                <a:solidFill>
                  <a:srgbClr val="8B95A5"/>
                </a:solidFill>
              </a:defRPr>
            </a:pPr>
            <a:r>
              <a:t>Corporate laptops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Connected via VPN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HTTPS to port 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8BD4"/>
                </a:solidFill>
              </a:defRPr>
            </a:pPr>
            <a:r>
              <a:t>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188720"/>
            <a:ext cx="237744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300" b="1">
                <a:solidFill>
                  <a:srgbClr val="F0883E"/>
                </a:solidFill>
              </a:defRPr>
            </a:pPr>
            <a:r>
              <a:rPr dirty="0"/>
              <a:t>Security Group / ACL</a:t>
            </a:r>
          </a:p>
          <a:p>
            <a:pPr>
              <a:spcBef>
                <a:spcPts val="400"/>
              </a:spcBef>
              <a:defRPr sz="900" b="0">
                <a:solidFill>
                  <a:srgbClr val="8B95A5"/>
                </a:solidFill>
              </a:defRPr>
            </a:pPr>
            <a:r>
              <a:rPr dirty="0"/>
              <a:t>Inbound: port 80 from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rPr dirty="0"/>
              <a:t>  VPN subnets only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rPr dirty="0"/>
              <a:t>Outbound: S1 API (443)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60" y="15544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88BD4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188720"/>
            <a:ext cx="5760720" cy="5029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600" b="1">
                <a:solidFill>
                  <a:srgbClr val="3FB950"/>
                </a:solidFill>
              </a:defRPr>
            </a:pPr>
            <a:r>
              <a:rPr dirty="0"/>
              <a:t>AWS EC2 Instance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rPr dirty="0"/>
              <a:t>Ubuntu 24.04 LTS  |  t3.medium (2 vCPU, 4 GB RAM)  |  IP: 3.145.46.91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246888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200" b="1">
                <a:solidFill>
                  <a:srgbClr val="39D3C8"/>
                </a:solidFill>
              </a:defRPr>
            </a:pPr>
            <a:r>
              <a:rPr dirty="0" err="1"/>
              <a:t>systemd</a:t>
            </a:r>
            <a:r>
              <a:rPr dirty="0"/>
              <a:t>: </a:t>
            </a:r>
            <a:r>
              <a:rPr dirty="0" err="1"/>
              <a:t>sqh.service</a:t>
            </a:r>
            <a:endParaRPr dirty="0"/>
          </a:p>
          <a:p>
            <a:pPr>
              <a:spcBef>
                <a:spcPts val="400"/>
              </a:spcBef>
              <a:defRPr sz="900" b="0">
                <a:solidFill>
                  <a:srgbClr val="8B95A5"/>
                </a:solidFill>
              </a:defRPr>
            </a:pPr>
            <a:r>
              <a:rPr dirty="0"/>
              <a:t>User: </a:t>
            </a:r>
            <a:r>
              <a:rPr dirty="0" err="1"/>
              <a:t>sqh</a:t>
            </a:r>
            <a:r>
              <a:rPr dirty="0"/>
              <a:t> (no-login)</a:t>
            </a:r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rPr dirty="0" err="1"/>
              <a:t>ExecStart</a:t>
            </a:r>
            <a:r>
              <a:rPr dirty="0"/>
              <a:t>: </a:t>
            </a:r>
            <a:r>
              <a:rPr dirty="0" err="1"/>
              <a:t>venv</a:t>
            </a:r>
            <a:r>
              <a:rPr dirty="0"/>
              <a:t>/bin/python </a:t>
            </a:r>
            <a:r>
              <a:rPr dirty="0" err="1"/>
              <a:t>run.py</a:t>
            </a:r>
            <a:endParaRPr dirty="0"/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rPr dirty="0"/>
              <a:t>Restart=always, </a:t>
            </a:r>
            <a:r>
              <a:rPr dirty="0" err="1"/>
              <a:t>RestartSec</a:t>
            </a:r>
            <a:r>
              <a:rPr dirty="0"/>
              <a:t>=5</a:t>
            </a:r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rPr dirty="0" err="1"/>
              <a:t>ProtectSystem</a:t>
            </a:r>
            <a:r>
              <a:rPr dirty="0"/>
              <a:t>=strict</a:t>
            </a:r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rPr dirty="0" err="1"/>
              <a:t>NoNewPrivileges</a:t>
            </a:r>
            <a:r>
              <a:rPr dirty="0"/>
              <a:t>=yes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526835"/>
            <a:ext cx="2468880" cy="1645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200" b="1">
                <a:solidFill>
                  <a:srgbClr val="58A6FF"/>
                </a:solidFill>
              </a:defRPr>
            </a:pPr>
            <a:r>
              <a:rPr dirty="0" err="1"/>
              <a:t>Uvicorn</a:t>
            </a:r>
            <a:r>
              <a:rPr dirty="0"/>
              <a:t> + </a:t>
            </a:r>
            <a:r>
              <a:rPr dirty="0" err="1"/>
              <a:t>FastAPI</a:t>
            </a:r>
            <a:endParaRPr dirty="0"/>
          </a:p>
          <a:p>
            <a:pPr>
              <a:spcBef>
                <a:spcPts val="400"/>
              </a:spcBef>
              <a:defRPr sz="900" b="0">
                <a:solidFill>
                  <a:srgbClr val="8B95A5"/>
                </a:solidFill>
              </a:defRPr>
            </a:pPr>
            <a:r>
              <a:rPr dirty="0"/>
              <a:t>Listens on 0.0.0.0:80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rPr dirty="0"/>
              <a:t>ASGI async server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rPr dirty="0"/>
              <a:t>Serves API + static files</a:t>
            </a:r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rPr dirty="0"/>
              <a:t>CAP_NET_BIND_SERVICE</a:t>
            </a:r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rPr dirty="0"/>
              <a:t>  (bind port 80 without root)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9333" y="4389120"/>
            <a:ext cx="246888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200" b="1">
                <a:solidFill>
                  <a:srgbClr val="BC8CFF"/>
                </a:solidFill>
              </a:defRPr>
            </a:pPr>
            <a:r>
              <a:t>EBS gp3 Volume (100 GB)</a:t>
            </a:r>
          </a:p>
          <a:p>
            <a:pPr>
              <a:spcBef>
                <a:spcPts val="400"/>
              </a:spcBef>
              <a:defRPr sz="900" b="0">
                <a:solidFill>
                  <a:srgbClr val="8B95A5"/>
                </a:solidFill>
              </a:defRPr>
            </a:pPr>
            <a:r>
              <a:t>Encrypted at rest</a:t>
            </a:r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t>/opt/sqh/data/sqh.db</a:t>
            </a:r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t>  SQLCipher encrypted DB</a:t>
            </a:r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t>/opt/sqh/logs/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4389120"/>
            <a:ext cx="246888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3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200" b="1">
                <a:solidFill>
                  <a:srgbClr val="F85349"/>
                </a:solidFill>
              </a:defRPr>
            </a:pPr>
            <a:r>
              <a:t>Secrets  (/etc/sqh/env)</a:t>
            </a:r>
          </a:p>
          <a:p>
            <a:pPr>
              <a:spcBef>
                <a:spcPts val="400"/>
              </a:spcBef>
              <a:defRPr sz="900" b="0">
                <a:solidFill>
                  <a:srgbClr val="8B95A5"/>
                </a:solidFill>
              </a:defRPr>
            </a:pPr>
            <a:r>
              <a:t>SQH_ENCRYPTION_KEY (Fernet)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SQH_DB_PASSPHRASE (SQLCipher)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root:sqh 640 permissions</a:t>
            </a:r>
          </a:p>
          <a:p>
            <a:pPr>
              <a:spcBef>
                <a:spcPts val="200"/>
              </a:spcBef>
              <a:defRPr sz="800" b="0">
                <a:solidFill>
                  <a:srgbClr val="8B95A5"/>
                </a:solidFill>
              </a:defRPr>
            </a:pPr>
            <a:r>
              <a:t>Loaded via EnvironmentFile=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926080"/>
            <a:ext cx="237744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300" b="1">
                <a:solidFill>
                  <a:srgbClr val="F0883E"/>
                </a:solidFill>
              </a:defRPr>
            </a:pPr>
            <a:r>
              <a:t>SentinelOne Cloud</a:t>
            </a:r>
          </a:p>
          <a:p>
            <a:pPr>
              <a:spcBef>
                <a:spcPts val="400"/>
              </a:spcBef>
              <a:defRPr sz="900" b="0">
                <a:solidFill>
                  <a:srgbClr val="8B95A5"/>
                </a:solidFill>
              </a:defRPr>
            </a:pPr>
            <a:r>
              <a:t>Deep Visibility API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HTTPS (port 443)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API token authentication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366105"/>
            <a:ext cx="4785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88BD4"/>
                </a:solidFill>
              </a:defRPr>
            </a:pPr>
            <a:r>
              <a:rPr sz="2000" dirty="0"/>
              <a:t>← EC2 outbound (443)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663440"/>
            <a:ext cx="5212080" cy="15544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200" b="1">
                <a:solidFill>
                  <a:srgbClr val="39D3C8"/>
                </a:solidFill>
              </a:defRPr>
            </a:pPr>
            <a:r>
              <a:t>Server Directory Layout</a:t>
            </a:r>
          </a:p>
          <a:p>
            <a:pPr>
              <a:spcBef>
                <a:spcPts val="400"/>
              </a:spcBef>
              <a:defRPr sz="900" b="0">
                <a:solidFill>
                  <a:srgbClr val="8B95A5"/>
                </a:solidFill>
              </a:defRPr>
            </a:pPr>
            <a:r>
              <a:t>/opt/sqh/                Application root (owned by sqh user)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/opt/sqh/app/            FastAPI application code + static assets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/opt/sqh/venv/           Python virtual environment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/opt/sqh/data/sqh.db     SQLCipher encrypted database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/opt/sqh/logs/           Rotating log files (10MB x 5)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/etc/sqh/env             Secrets (Fernet key, DB passphrase)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</a:defRPr>
            </a:pPr>
            <a:r>
              <a:rPr dirty="0"/>
              <a:t>High-Level </a:t>
            </a:r>
            <a:r>
              <a:rPr lang="en-US" dirty="0"/>
              <a:t>Data Flow </a:t>
            </a:r>
            <a:r>
              <a:rPr dirty="0"/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56032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400" b="1">
                <a:solidFill>
                  <a:srgbClr val="58A6FF"/>
                </a:solidFill>
              </a:defRPr>
            </a:pPr>
            <a:r>
              <a:t>Browser (SPA)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Login / Auth UI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Query Selector + Params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Results Table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AI Detection Dashboard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Admin Panel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History + Export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097280"/>
            <a:ext cx="320040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400" b="1">
                <a:solidFill>
                  <a:srgbClr val="3FB950"/>
                </a:solidFill>
              </a:defRPr>
            </a:pPr>
            <a:r>
              <a:t>FastAPI Backend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/api/auth/*  (sessions, bcrypt)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/api/queries/*  (run, cancel)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/api/history/*  (results, export)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/api/admin/*  (users, queries)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/api/system/*  (config, disk)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/api/ai-tools  (CRUD)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097280"/>
            <a:ext cx="320040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088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400" b="1">
                <a:solidFill>
                  <a:srgbClr val="F0883E"/>
                </a:solidFill>
              </a:defRPr>
            </a:pPr>
            <a:r>
              <a:t>SentinelOne API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POST /dv/init-query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GET  /dv/query-status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GET  /dv/events (cursor)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POST /dv/query-pq (PowerQuery)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3657600"/>
            <a:ext cx="320040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400" b="1">
                <a:solidFill>
                  <a:srgbClr val="BC8CFF"/>
                </a:solidFill>
              </a:defRPr>
            </a:pPr>
            <a:r>
              <a:t>SQLite + SQLCipher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users  /  sessions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app_config  (encrypted keys)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stored_queries  /  query_params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query_folders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query_history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query_results  (gzip compressed)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ai_tools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3657600"/>
            <a:ext cx="320040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400" b="1">
                <a:solidFill>
                  <a:srgbClr val="39D3C8"/>
                </a:solidFill>
              </a:defRPr>
            </a:pPr>
            <a:r>
              <a:t>Backend Services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s1_client.py – time-slicing, polling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fast_json.py – orjson (10x faster)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auth.py – bcrypt, session mgmt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secrets_manager.py – Fernet encrypt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disk_monitor.py – FIFO cleanup</a:t>
            </a:r>
          </a:p>
          <a:p>
            <a:pPr>
              <a:spcBef>
                <a:spcPts val="200"/>
              </a:spcBef>
              <a:defRPr sz="900" b="0">
                <a:solidFill>
                  <a:srgbClr val="8B95A5"/>
                </a:solidFill>
              </a:defRPr>
            </a:pPr>
            <a:r>
              <a:t>•  database.py – schema, migrations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7373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88BD4"/>
                </a:solidFill>
              </a:defRPr>
            </a:pPr>
            <a:r>
              <a:t>HTTP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172465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88BD4"/>
                </a:solidFill>
              </a:defRPr>
            </a:pPr>
            <a:r>
              <a:rPr dirty="0"/>
              <a:t>API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88BD4"/>
                </a:solidFill>
              </a:defRPr>
            </a:pPr>
            <a:r>
              <a:t>←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88BD4"/>
                </a:solidFill>
              </a:defRPr>
            </a:pPr>
            <a:r>
              <a:t>↕ R/W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</a:defRPr>
            </a:pPr>
            <a:r>
              <a:t>Query Execution Flow</a:t>
            </a:r>
          </a:p>
        </p:txBody>
      </p:sp>
      <p:sp>
        <p:nvSpPr>
          <p:cNvPr id="3" name="Oval 2"/>
          <p:cNvSpPr/>
          <p:nvPr/>
        </p:nvSpPr>
        <p:spPr>
          <a:xfrm>
            <a:off x="457200" y="1097280"/>
            <a:ext cx="411480" cy="4114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097280"/>
            <a:ext cx="310896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300" b="1">
                <a:solidFill>
                  <a:srgbClr val="58A6FF"/>
                </a:solidFill>
              </a:defRPr>
            </a:pPr>
            <a:r>
              <a:t>User Executes Query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Browser sends POST /queries/{id}/run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with params, from_date, to_date</a:t>
            </a:r>
          </a:p>
        </p:txBody>
      </p:sp>
      <p:sp>
        <p:nvSpPr>
          <p:cNvPr id="5" name="Oval 4"/>
          <p:cNvSpPr/>
          <p:nvPr/>
        </p:nvSpPr>
        <p:spPr>
          <a:xfrm>
            <a:off x="4297680" y="1097280"/>
            <a:ext cx="411480" cy="41148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097280"/>
            <a:ext cx="310896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300" b="1">
                <a:solidFill>
                  <a:srgbClr val="3FB950"/>
                </a:solidFill>
              </a:defRPr>
            </a:pPr>
            <a:r>
              <a:t>Backend Queues Task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Inserts query_history (status=running)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Spawns asyncio background task</a:t>
            </a:r>
          </a:p>
        </p:txBody>
      </p:sp>
      <p:sp>
        <p:nvSpPr>
          <p:cNvPr id="7" name="Oval 6"/>
          <p:cNvSpPr/>
          <p:nvPr/>
        </p:nvSpPr>
        <p:spPr>
          <a:xfrm>
            <a:off x="8138160" y="1097280"/>
            <a:ext cx="411480" cy="411480"/>
          </a:xfrm>
          <a:prstGeom prst="ellipse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097280"/>
            <a:ext cx="310896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300" b="1">
                <a:solidFill>
                  <a:srgbClr val="F0883E"/>
                </a:solidFill>
              </a:defRPr>
            </a:pPr>
            <a:r>
              <a:t>Time-Slice &amp; Fan Out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Splits date range into 8 windows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Runs all 8 concurrently via shared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httpx client + semaphore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840480"/>
            <a:ext cx="411480" cy="411480"/>
          </a:xfrm>
          <a:prstGeom prst="ellipse">
            <a:avLst/>
          </a:prstGeom>
          <a:solidFill>
            <a:srgbClr val="F853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840480"/>
            <a:ext cx="310896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300" b="1">
                <a:solidFill>
                  <a:srgbClr val="F85349"/>
                </a:solidFill>
              </a:defRPr>
            </a:pPr>
            <a:r>
              <a:t>S1 Per-Slice Flow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init-query → poll status (0.5-2s)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→ fetch events (cursor, 1000/page)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All 8 slices run in parallel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3840480"/>
            <a:ext cx="411480" cy="411480"/>
          </a:xfrm>
          <a:prstGeom prst="ellipse">
            <a:avLst/>
          </a:prstGeom>
          <a:solidFill>
            <a:srgbClr val="BC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840480"/>
            <a:ext cx="310896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300" b="1">
                <a:solidFill>
                  <a:srgbClr val="BC8CFF"/>
                </a:solidFill>
              </a:defRPr>
            </a:pPr>
            <a:r>
              <a:t>Merge &amp; Dedup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Combine all slice results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Dedup by event ID across slices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AI queries: extra dedup by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endpoint+process+user</a:t>
            </a:r>
          </a:p>
        </p:txBody>
      </p:sp>
      <p:sp>
        <p:nvSpPr>
          <p:cNvPr id="13" name="Oval 12"/>
          <p:cNvSpPr/>
          <p:nvPr/>
        </p:nvSpPr>
        <p:spPr>
          <a:xfrm>
            <a:off x="8138160" y="3840480"/>
            <a:ext cx="411480" cy="411480"/>
          </a:xfrm>
          <a:prstGeom prst="ellipse">
            <a:avLst/>
          </a:prstGeom>
          <a:solidFill>
            <a:srgbClr val="39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3840480"/>
            <a:ext cx="310896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76200" rIns="101600" bIns="76200" rtlCol="0" anchor="ctr"/>
          <a:lstStyle/>
          <a:p>
            <a:pPr algn="ctr">
              <a:defRPr sz="1300" b="1">
                <a:solidFill>
                  <a:srgbClr val="39D3C8"/>
                </a:solidFill>
              </a:defRPr>
            </a:pPr>
            <a:r>
              <a:t>Compress &amp; Store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orjson serialize → gzip compress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INSERT into query_results</a:t>
            </a:r>
          </a:p>
          <a:p>
            <a:pPr>
              <a:spcBef>
                <a:spcPts val="400"/>
              </a:spcBef>
              <a:defRPr sz="1000" b="0">
                <a:solidFill>
                  <a:srgbClr val="8B95A5"/>
                </a:solidFill>
              </a:defRPr>
            </a:pPr>
            <a:r>
              <a:t>Update history status=success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17</TotalTime>
  <Words>673</Words>
  <Application>Microsoft Macintosh PowerPoint</Application>
  <PresentationFormat>Widescreen</PresentationFormat>
  <Paragraphs>119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Century Gothic</vt:lpstr>
      <vt:lpstr>Garamond</vt:lpstr>
      <vt:lpstr>Savon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Wall, Tyler</cp:lastModifiedBy>
  <cp:revision>1</cp:revision>
  <dcterms:created xsi:type="dcterms:W3CDTF">2013-01-27T09:14:16Z</dcterms:created>
  <dcterms:modified xsi:type="dcterms:W3CDTF">2026-03-31T20:06:23Z</dcterms:modified>
  <cp:category/>
</cp:coreProperties>
</file>